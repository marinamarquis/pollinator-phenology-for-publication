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12192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60" y="-6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95312"/>
            <a:ext cx="10363200" cy="4244622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403623"/>
            <a:ext cx="9144000" cy="294357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8D43-7600-4F7C-817B-4CD2261D70D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66E02-1A6F-45DB-821F-30B686FE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6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8D43-7600-4F7C-817B-4CD2261D70D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66E02-1A6F-45DB-821F-30B686FE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76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039537"/>
            <a:ext cx="10515600" cy="5071532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8159048"/>
            <a:ext cx="10515600" cy="2666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8D43-7600-4F7C-817B-4CD2261D70D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66E02-1A6F-45DB-821F-30B686FE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726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245556"/>
            <a:ext cx="518160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245556"/>
            <a:ext cx="518160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8D43-7600-4F7C-817B-4CD2261D70D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66E02-1A6F-45DB-821F-30B686FE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80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49114"/>
            <a:ext cx="10515600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988734"/>
            <a:ext cx="5157787" cy="146473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453467"/>
            <a:ext cx="5157787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988734"/>
            <a:ext cx="5183188" cy="146473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453467"/>
            <a:ext cx="5183188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8D43-7600-4F7C-817B-4CD2261D70D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66E02-1A6F-45DB-821F-30B686FE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24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8D43-7600-4F7C-817B-4CD2261D70D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66E02-1A6F-45DB-821F-30B686FE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27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8D43-7600-4F7C-817B-4CD2261D70D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66E02-1A6F-45DB-821F-30B686FE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94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800"/>
            <a:ext cx="3932237" cy="2844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55425"/>
            <a:ext cx="6172200" cy="866422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3932237" cy="677615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8D43-7600-4F7C-817B-4CD2261D70D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66E02-1A6F-45DB-821F-30B686FE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162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800"/>
            <a:ext cx="3932237" cy="2844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55425"/>
            <a:ext cx="6172200" cy="866422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3932237" cy="677615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8D43-7600-4F7C-817B-4CD2261D70D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66E02-1A6F-45DB-821F-30B686FE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97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8D43-7600-4F7C-817B-4CD2261D70D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66E02-1A6F-45DB-821F-30B686FE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28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49111"/>
            <a:ext cx="2628900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49111"/>
            <a:ext cx="7734300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8D43-7600-4F7C-817B-4CD2261D70D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66E02-1A6F-45DB-821F-30B686FE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27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49114"/>
            <a:ext cx="1051560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245556"/>
            <a:ext cx="1051560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300181"/>
            <a:ext cx="27432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98D43-7600-4F7C-817B-4CD2261D70D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300181"/>
            <a:ext cx="41148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300181"/>
            <a:ext cx="27432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766E02-1A6F-45DB-821F-30B686FE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8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D8EB0A-DDD8-D259-3BFE-5C43018DA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556" y="609587"/>
            <a:ext cx="5486411" cy="5486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984BD8-9CC2-BA2A-6BB0-2FFDA1ECC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609587"/>
            <a:ext cx="5486411" cy="54864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2FF990-BA5E-00A6-A662-4FF313371B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39" y="6519999"/>
            <a:ext cx="5486411" cy="54864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70DC47-2090-ACEE-4A6D-27A04E392E49}"/>
              </a:ext>
            </a:extLst>
          </p:cNvPr>
          <p:cNvSpPr txBox="1"/>
          <p:nvPr/>
        </p:nvSpPr>
        <p:spPr>
          <a:xfrm>
            <a:off x="781037" y="563021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A37284-0196-442B-95C7-38E5E18E0F4A}"/>
              </a:ext>
            </a:extLst>
          </p:cNvPr>
          <p:cNvSpPr txBox="1"/>
          <p:nvPr/>
        </p:nvSpPr>
        <p:spPr>
          <a:xfrm>
            <a:off x="6665371" y="563021"/>
            <a:ext cx="3690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EB62FB-B7EA-1EA3-E075-6339021F7C43}"/>
              </a:ext>
            </a:extLst>
          </p:cNvPr>
          <p:cNvSpPr txBox="1"/>
          <p:nvPr/>
        </p:nvSpPr>
        <p:spPr>
          <a:xfrm>
            <a:off x="758595" y="6476987"/>
            <a:ext cx="388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C)</a:t>
            </a:r>
          </a:p>
        </p:txBody>
      </p:sp>
    </p:spTree>
    <p:extLst>
      <p:ext uri="{BB962C8B-B14F-4D97-AF65-F5344CB8AC3E}">
        <p14:creationId xmlns:p14="http://schemas.microsoft.com/office/powerpoint/2010/main" val="319761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763DD9DAFD9A41AA71C049DC7C3692" ma:contentTypeVersion="19" ma:contentTypeDescription="Create a new document." ma:contentTypeScope="" ma:versionID="873f32236adad290865d1ff01d8b7155">
  <xsd:schema xmlns:xsd="http://www.w3.org/2001/XMLSchema" xmlns:xs="http://www.w3.org/2001/XMLSchema" xmlns:p="http://schemas.microsoft.com/office/2006/metadata/properties" xmlns:ns3="893ce604-a07d-45c8-9760-1c451cf96fee" xmlns:ns4="c428bb1f-ac02-46ea-b9f2-2552abf989f6" targetNamespace="http://schemas.microsoft.com/office/2006/metadata/properties" ma:root="true" ma:fieldsID="b353daee3c9eef43deaa3ce1b9764c3b" ns3:_="" ns4:_="">
    <xsd:import namespace="893ce604-a07d-45c8-9760-1c451cf96fee"/>
    <xsd:import namespace="c428bb1f-ac02-46ea-b9f2-2552abf989f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Location" minOccurs="0"/>
                <xsd:element ref="ns3:MediaServiceSystemTag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3ce604-a07d-45c8-9760-1c451cf96f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28bb1f-ac02-46ea-b9f2-2552abf989f6" elementFormDefault="qualified">
    <xsd:import namespace="http://schemas.microsoft.com/office/2006/documentManagement/types"/>
    <xsd:import namespace="http://schemas.microsoft.com/office/infopath/2007/PartnerControls"/>
    <xsd:element name="SharedWithUsers" ma:index="2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93ce604-a07d-45c8-9760-1c451cf96fee" xsi:nil="true"/>
  </documentManagement>
</p:properties>
</file>

<file path=customXml/itemProps1.xml><?xml version="1.0" encoding="utf-8"?>
<ds:datastoreItem xmlns:ds="http://schemas.openxmlformats.org/officeDocument/2006/customXml" ds:itemID="{D0533342-F353-42F7-9F44-F18E3E617C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3ce604-a07d-45c8-9760-1c451cf96fee"/>
    <ds:schemaRef ds:uri="c428bb1f-ac02-46ea-b9f2-2552abf989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6515EE6-65D0-4B67-B8F5-E7FED88EC1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507F5C-60FB-4ADC-96E1-1178B5416002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terms/"/>
    <ds:schemaRef ds:uri="893ce604-a07d-45c8-9760-1c451cf96fee"/>
    <ds:schemaRef ds:uri="c428bb1f-ac02-46ea-b9f2-2552abf989f6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</TotalTime>
  <Words>6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Mason,Brittany Marie</dc:creator>
  <cp:lastModifiedBy>Mason,Brittany Marie</cp:lastModifiedBy>
  <cp:revision>2</cp:revision>
  <dcterms:created xsi:type="dcterms:W3CDTF">2026-04-09T15:25:46Z</dcterms:created>
  <dcterms:modified xsi:type="dcterms:W3CDTF">2026-04-09T18:28:56Z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0x010100C4763DD9DAFD9A41AA71C049DC7C3692</vt:lpwstr>
  </property>
</Properties>
</file>