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4792"/>
            <a:ext cx="10363200" cy="42435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1956"/>
            <a:ext cx="9144000" cy="294281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1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9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8745"/>
            <a:ext cx="10515600" cy="507021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6923"/>
            <a:ext cx="10515600" cy="266630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7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7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8945"/>
            <a:ext cx="10515600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7956"/>
            <a:ext cx="5157787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2307"/>
            <a:ext cx="5157787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7956"/>
            <a:ext cx="5183188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2307"/>
            <a:ext cx="5183188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3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8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4968"/>
            <a:ext cx="6172200" cy="866196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1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4968"/>
            <a:ext cx="6172200" cy="866196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0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1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8942"/>
            <a:ext cx="2628900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8942"/>
            <a:ext cx="7734300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8945"/>
            <a:ext cx="10515600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4711"/>
            <a:ext cx="10515600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3DB9C-375A-4C05-9077-193C196B611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297238"/>
            <a:ext cx="41148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10498-3A85-4403-BB8F-23A5C644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D21531-E57D-C295-A0FD-E0AB20061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72" y="6371411"/>
            <a:ext cx="10992255" cy="5757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FD0A39-E292-B61C-BEC6-C6596AF89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72" y="336565"/>
            <a:ext cx="10992255" cy="5757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04C424-0505-FA2C-F8FF-9AE4139E0173}"/>
              </a:ext>
            </a:extLst>
          </p:cNvPr>
          <p:cNvSpPr txBox="1"/>
          <p:nvPr/>
        </p:nvSpPr>
        <p:spPr>
          <a:xfrm>
            <a:off x="338422" y="118833"/>
            <a:ext cx="5229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ADBD3-42FE-8FF7-79B5-85F0E720AECA}"/>
              </a:ext>
            </a:extLst>
          </p:cNvPr>
          <p:cNvSpPr txBox="1"/>
          <p:nvPr/>
        </p:nvSpPr>
        <p:spPr>
          <a:xfrm>
            <a:off x="338422" y="6094412"/>
            <a:ext cx="5293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B)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D849C-C518-51F2-D87A-2189309C0483}"/>
              </a:ext>
            </a:extLst>
          </p:cNvPr>
          <p:cNvSpPr/>
          <p:nvPr/>
        </p:nvSpPr>
        <p:spPr>
          <a:xfrm>
            <a:off x="5486400" y="5829300"/>
            <a:ext cx="1733550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0A0F0-4F7E-4967-7C01-E90E3B72D48C}"/>
              </a:ext>
            </a:extLst>
          </p:cNvPr>
          <p:cNvSpPr txBox="1"/>
          <p:nvPr/>
        </p:nvSpPr>
        <p:spPr>
          <a:xfrm>
            <a:off x="3877688" y="5829300"/>
            <a:ext cx="4950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of population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ensity on phenology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FC25C8-923E-9696-26A1-63E1E80D2886}"/>
              </a:ext>
            </a:extLst>
          </p:cNvPr>
          <p:cNvSpPr/>
          <p:nvPr/>
        </p:nvSpPr>
        <p:spPr>
          <a:xfrm>
            <a:off x="5486400" y="11846683"/>
            <a:ext cx="1733550" cy="282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3CC10-A344-BDBB-7FD0-24EE0E174B55}"/>
              </a:ext>
            </a:extLst>
          </p:cNvPr>
          <p:cNvSpPr txBox="1"/>
          <p:nvPr/>
        </p:nvSpPr>
        <p:spPr>
          <a:xfrm>
            <a:off x="3354894" y="11788715"/>
            <a:ext cx="599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anthropogenic modification on phenology</a:t>
            </a:r>
          </a:p>
        </p:txBody>
      </p:sp>
    </p:spTree>
    <p:extLst>
      <p:ext uri="{BB962C8B-B14F-4D97-AF65-F5344CB8AC3E}">
        <p14:creationId xmlns:p14="http://schemas.microsoft.com/office/powerpoint/2010/main" val="170981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16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Mason,Brittany Marie</dc:creator>
  <cp:lastModifiedBy>Mason,Brittany Marie</cp:lastModifiedBy>
  <cp:revision>3</cp:revision>
  <dcterms:created xsi:type="dcterms:W3CDTF">2026-04-09T15:07:39Z</dcterms:created>
  <dcterms:modified xsi:type="dcterms:W3CDTF">2026-04-09T15:15:57Z</dcterms:modified>
</cp:coreProperties>
</file>